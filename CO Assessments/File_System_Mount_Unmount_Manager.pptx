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7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C830EE-1EFF-42E3-8BBB-1062279080AD}" v="11" dt="2026-08-14T04:13:03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6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eesha Bheemu" userId="c347a16462f8bc68" providerId="LiveId" clId="{7C17AD35-8967-4735-9A9C-8ADC437B2622}"/>
    <pc:docChg chg="undo custSel addSld delSld modSld">
      <pc:chgData name="Paneesha Bheemu" userId="c347a16462f8bc68" providerId="LiveId" clId="{7C17AD35-8967-4735-9A9C-8ADC437B2622}" dt="2026-08-22T05:37:57.246" v="837" actId="20577"/>
      <pc:docMkLst>
        <pc:docMk/>
      </pc:docMkLst>
      <pc:sldChg chg="addSp delSp modSp mod">
        <pc:chgData name="Paneesha Bheemu" userId="c347a16462f8bc68" providerId="LiveId" clId="{7C17AD35-8967-4735-9A9C-8ADC437B2622}" dt="2026-08-22T05:37:57.246" v="837" actId="20577"/>
        <pc:sldMkLst>
          <pc:docMk/>
          <pc:sldMk cId="0" sldId="256"/>
        </pc:sldMkLst>
        <pc:spChg chg="mod">
          <ac:chgData name="Paneesha Bheemu" userId="c347a16462f8bc68" providerId="LiveId" clId="{7C17AD35-8967-4735-9A9C-8ADC437B2622}" dt="2026-08-14T03:13:01.344" v="592" actId="1076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Paneesha Bheemu" userId="c347a16462f8bc68" providerId="LiveId" clId="{7C17AD35-8967-4735-9A9C-8ADC437B2622}" dt="2026-08-14T04:13:16.968" v="735" actId="2711"/>
          <ac:spMkLst>
            <pc:docMk/>
            <pc:sldMk cId="0" sldId="256"/>
            <ac:spMk id="5" creationId="{8F4AF60D-EB23-6FAF-2D10-ABC0DC89401E}"/>
          </ac:spMkLst>
        </pc:spChg>
        <pc:spChg chg="mod">
          <ac:chgData name="Paneesha Bheemu" userId="c347a16462f8bc68" providerId="LiveId" clId="{7C17AD35-8967-4735-9A9C-8ADC437B2622}" dt="2026-08-14T03:20:46.015" v="680" actId="20577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Paneesha Bheemu" userId="c347a16462f8bc68" providerId="LiveId" clId="{7C17AD35-8967-4735-9A9C-8ADC437B2622}" dt="2026-08-21T18:56:48.514" v="736" actId="1076"/>
          <ac:spMkLst>
            <pc:docMk/>
            <pc:sldMk cId="0" sldId="256"/>
            <ac:spMk id="10" creationId="{DAA88547-54AB-E968-9CFD-4D6952FCF75B}"/>
          </ac:spMkLst>
        </pc:spChg>
        <pc:spChg chg="add mod">
          <ac:chgData name="Paneesha Bheemu" userId="c347a16462f8bc68" providerId="LiveId" clId="{7C17AD35-8967-4735-9A9C-8ADC437B2622}" dt="2026-08-22T05:37:57.246" v="837" actId="20577"/>
          <ac:spMkLst>
            <pc:docMk/>
            <pc:sldMk cId="0" sldId="256"/>
            <ac:spMk id="14" creationId="{29BFDFC6-4B6B-49A4-C720-A1198321944E}"/>
          </ac:spMkLst>
        </pc:spChg>
        <pc:picChg chg="add mod">
          <ac:chgData name="Paneesha Bheemu" userId="c347a16462f8bc68" providerId="LiveId" clId="{7C17AD35-8967-4735-9A9C-8ADC437B2622}" dt="2026-08-14T03:09:24.410" v="502" actId="1076"/>
          <ac:picMkLst>
            <pc:docMk/>
            <pc:sldMk cId="0" sldId="256"/>
            <ac:picMk id="11" creationId="{D9167F2B-C164-0210-72DB-283E584C9F62}"/>
          </ac:picMkLst>
        </pc:picChg>
        <pc:picChg chg="add mod">
          <ac:chgData name="Paneesha Bheemu" userId="c347a16462f8bc68" providerId="LiveId" clId="{7C17AD35-8967-4735-9A9C-8ADC437B2622}" dt="2026-08-14T03:09:37.083" v="504" actId="1076"/>
          <ac:picMkLst>
            <pc:docMk/>
            <pc:sldMk cId="0" sldId="256"/>
            <ac:picMk id="12" creationId="{CDC116D6-11A3-5C09-B2AD-95C9137F550D}"/>
          </ac:picMkLst>
        </pc:picChg>
      </pc:sldChg>
      <pc:sldChg chg="addSp delSp modSp mod">
        <pc:chgData name="Paneesha Bheemu" userId="c347a16462f8bc68" providerId="LiveId" clId="{7C17AD35-8967-4735-9A9C-8ADC437B2622}" dt="2026-08-12T09:19:40.945" v="381" actId="20577"/>
        <pc:sldMkLst>
          <pc:docMk/>
          <pc:sldMk cId="0" sldId="257"/>
        </pc:sldMkLst>
        <pc:spChg chg="mod">
          <ac:chgData name="Paneesha Bheemu" userId="c347a16462f8bc68" providerId="LiveId" clId="{7C17AD35-8967-4735-9A9C-8ADC437B2622}" dt="2026-08-12T09:19:40.945" v="381" actId="20577"/>
          <ac:spMkLst>
            <pc:docMk/>
            <pc:sldMk cId="0" sldId="257"/>
            <ac:spMk id="4" creationId="{00000000-0000-0000-0000-000000000000}"/>
          </ac:spMkLst>
        </pc:spChg>
      </pc:sldChg>
      <pc:sldChg chg="addSp delSp modSp mod">
        <pc:chgData name="Paneesha Bheemu" userId="c347a16462f8bc68" providerId="LiveId" clId="{7C17AD35-8967-4735-9A9C-8ADC437B2622}" dt="2026-08-12T09:21:26.256" v="392" actId="255"/>
        <pc:sldMkLst>
          <pc:docMk/>
          <pc:sldMk cId="0" sldId="258"/>
        </pc:sldMkLst>
        <pc:spChg chg="mod">
          <ac:chgData name="Paneesha Bheemu" userId="c347a16462f8bc68" providerId="LiveId" clId="{7C17AD35-8967-4735-9A9C-8ADC437B2622}" dt="2026-08-12T09:21:26.256" v="392" actId="255"/>
          <ac:spMkLst>
            <pc:docMk/>
            <pc:sldMk cId="0" sldId="258"/>
            <ac:spMk id="4" creationId="{00000000-0000-0000-0000-000000000000}"/>
          </ac:spMkLst>
        </pc:spChg>
      </pc:sldChg>
      <pc:sldChg chg="del">
        <pc:chgData name="Paneesha Bheemu" userId="c347a16462f8bc68" providerId="LiveId" clId="{7C17AD35-8967-4735-9A9C-8ADC437B2622}" dt="2026-08-14T03:53:56.249" v="711" actId="47"/>
        <pc:sldMkLst>
          <pc:docMk/>
          <pc:sldMk cId="0" sldId="261"/>
        </pc:sldMkLst>
      </pc:sldChg>
      <pc:sldChg chg="addSp delSp modSp mod">
        <pc:chgData name="Paneesha Bheemu" userId="c347a16462f8bc68" providerId="LiveId" clId="{7C17AD35-8967-4735-9A9C-8ADC437B2622}" dt="2026-08-14T03:29:34.075" v="709" actId="113"/>
        <pc:sldMkLst>
          <pc:docMk/>
          <pc:sldMk cId="0" sldId="262"/>
        </pc:sldMkLst>
        <pc:spChg chg="mod">
          <ac:chgData name="Paneesha Bheemu" userId="c347a16462f8bc68" providerId="LiveId" clId="{7C17AD35-8967-4735-9A9C-8ADC437B2622}" dt="2026-08-14T03:29:01.326" v="706" actId="2711"/>
          <ac:spMkLst>
            <pc:docMk/>
            <pc:sldMk cId="0" sldId="262"/>
            <ac:spMk id="9" creationId="{00000000-0000-0000-0000-000000000000}"/>
          </ac:spMkLst>
        </pc:spChg>
        <pc:spChg chg="mod">
          <ac:chgData name="Paneesha Bheemu" userId="c347a16462f8bc68" providerId="LiveId" clId="{7C17AD35-8967-4735-9A9C-8ADC437B2622}" dt="2026-08-14T03:28:10.222" v="695" actId="20578"/>
          <ac:spMkLst>
            <pc:docMk/>
            <pc:sldMk cId="0" sldId="262"/>
            <ac:spMk id="10" creationId="{00000000-0000-0000-0000-000000000000}"/>
          </ac:spMkLst>
        </pc:spChg>
        <pc:spChg chg="mod">
          <ac:chgData name="Paneesha Bheemu" userId="c347a16462f8bc68" providerId="LiveId" clId="{7C17AD35-8967-4735-9A9C-8ADC437B2622}" dt="2026-08-14T03:28:52.382" v="705" actId="2711"/>
          <ac:spMkLst>
            <pc:docMk/>
            <pc:sldMk cId="0" sldId="262"/>
            <ac:spMk id="11" creationId="{00000000-0000-0000-0000-000000000000}"/>
          </ac:spMkLst>
        </pc:spChg>
        <pc:spChg chg="add mod">
          <ac:chgData name="Paneesha Bheemu" userId="c347a16462f8bc68" providerId="LiveId" clId="{7C17AD35-8967-4735-9A9C-8ADC437B2622}" dt="2026-08-14T03:29:34.075" v="709" actId="113"/>
          <ac:spMkLst>
            <pc:docMk/>
            <pc:sldMk cId="0" sldId="262"/>
            <ac:spMk id="14" creationId="{AA92B557-460B-AC68-2FD4-1DE532FFDE6A}"/>
          </ac:spMkLst>
        </pc:spChg>
      </pc:sldChg>
      <pc:sldChg chg="delSp modSp mod">
        <pc:chgData name="Paneesha Bheemu" userId="c347a16462f8bc68" providerId="LiveId" clId="{7C17AD35-8967-4735-9A9C-8ADC437B2622}" dt="2026-08-14T03:06:52.486" v="490" actId="14100"/>
        <pc:sldMkLst>
          <pc:docMk/>
          <pc:sldMk cId="0" sldId="264"/>
        </pc:sldMkLst>
        <pc:spChg chg="mod">
          <ac:chgData name="Paneesha Bheemu" userId="c347a16462f8bc68" providerId="LiveId" clId="{7C17AD35-8967-4735-9A9C-8ADC437B2622}" dt="2026-08-14T03:06:52.486" v="490" actId="14100"/>
          <ac:spMkLst>
            <pc:docMk/>
            <pc:sldMk cId="0" sldId="264"/>
            <ac:spMk id="4" creationId="{00000000-0000-0000-0000-000000000000}"/>
          </ac:spMkLst>
        </pc:spChg>
      </pc:sldChg>
      <pc:sldChg chg="addSp delSp modSp new mod">
        <pc:chgData name="Paneesha Bheemu" userId="c347a16462f8bc68" providerId="LiveId" clId="{7C17AD35-8967-4735-9A9C-8ADC437B2622}" dt="2026-08-12T09:19:32.825" v="377" actId="14100"/>
        <pc:sldMkLst>
          <pc:docMk/>
          <pc:sldMk cId="3949179509" sldId="265"/>
        </pc:sldMkLst>
        <pc:spChg chg="add mod">
          <ac:chgData name="Paneesha Bheemu" userId="c347a16462f8bc68" providerId="LiveId" clId="{7C17AD35-8967-4735-9A9C-8ADC437B2622}" dt="2026-08-12T09:19:32.825" v="377" actId="14100"/>
          <ac:spMkLst>
            <pc:docMk/>
            <pc:sldMk cId="3949179509" sldId="265"/>
            <ac:spMk id="5" creationId="{2C9EB03D-DB3A-879D-2783-5E2CA30C4BD2}"/>
          </ac:spMkLst>
        </pc:spChg>
        <pc:spChg chg="add mod">
          <ac:chgData name="Paneesha Bheemu" userId="c347a16462f8bc68" providerId="LiveId" clId="{7C17AD35-8967-4735-9A9C-8ADC437B2622}" dt="2026-08-12T09:13:20.438" v="152" actId="20577"/>
          <ac:spMkLst>
            <pc:docMk/>
            <pc:sldMk cId="3949179509" sldId="265"/>
            <ac:spMk id="6" creationId="{0BBDEBD3-A3BD-345E-90EB-0DC778772FCD}"/>
          </ac:spMkLst>
        </pc:spChg>
        <pc:spChg chg="add mod">
          <ac:chgData name="Paneesha Bheemu" userId="c347a16462f8bc68" providerId="LiveId" clId="{7C17AD35-8967-4735-9A9C-8ADC437B2622}" dt="2026-08-12T09:14:45.787" v="195" actId="403"/>
          <ac:spMkLst>
            <pc:docMk/>
            <pc:sldMk cId="3949179509" sldId="265"/>
            <ac:spMk id="8" creationId="{21D67367-D892-453A-97CB-986441043183}"/>
          </ac:spMkLst>
        </pc:spChg>
      </pc:sldChg>
      <pc:sldChg chg="addSp modSp new mod">
        <pc:chgData name="Paneesha Bheemu" userId="c347a16462f8bc68" providerId="LiveId" clId="{7C17AD35-8967-4735-9A9C-8ADC437B2622}" dt="2026-08-14T03:05:47.143" v="473" actId="113"/>
        <pc:sldMkLst>
          <pc:docMk/>
          <pc:sldMk cId="2091733652" sldId="266"/>
        </pc:sldMkLst>
        <pc:spChg chg="add mod">
          <ac:chgData name="Paneesha Bheemu" userId="c347a16462f8bc68" providerId="LiveId" clId="{7C17AD35-8967-4735-9A9C-8ADC437B2622}" dt="2026-08-14T03:05:47.143" v="473" actId="113"/>
          <ac:spMkLst>
            <pc:docMk/>
            <pc:sldMk cId="2091733652" sldId="266"/>
            <ac:spMk id="3" creationId="{28843E14-B2C5-0825-515E-548AC8DF92B8}"/>
          </ac:spMkLst>
        </pc:spChg>
      </pc:sldChg>
      <pc:sldChg chg="add">
        <pc:chgData name="Paneesha Bheemu" userId="c347a16462f8bc68" providerId="LiveId" clId="{7C17AD35-8967-4735-9A9C-8ADC437B2622}" dt="2026-08-14T03:47:10.771" v="710" actId="2890"/>
        <pc:sldMkLst>
          <pc:docMk/>
          <pc:sldMk cId="2264886994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37882" y="3512360"/>
            <a:ext cx="90626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83759"/>
                </a:solidFill>
              </a:defRPr>
            </a:pPr>
            <a:r>
              <a:rPr sz="3600" dirty="0"/>
              <a:t>File-System Mount and</a:t>
            </a:r>
            <a:br>
              <a:rPr sz="3600" dirty="0"/>
            </a:br>
            <a:r>
              <a:rPr sz="3600" dirty="0"/>
              <a:t>Unmount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39185" y="4760039"/>
            <a:ext cx="4704335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A30"/>
                </a:solidFill>
                <a:latin typeface="Consolas"/>
              </a:defRP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>
              <a:defRPr sz="1900">
                <a:solidFill>
                  <a:srgbClr val="232A30"/>
                </a:solidFill>
                <a:latin typeface="Consola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Paneesha (192472206)</a:t>
            </a:r>
          </a:p>
          <a:p>
            <a:pPr>
              <a:defRPr sz="1900">
                <a:solidFill>
                  <a:srgbClr val="232A30"/>
                </a:solidFill>
                <a:latin typeface="Consola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Prithiyanka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shree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(192521144)</a:t>
            </a:r>
          </a:p>
          <a:p>
            <a:pPr>
              <a:defRPr sz="1900">
                <a:solidFill>
                  <a:srgbClr val="232A30"/>
                </a:solidFill>
                <a:latin typeface="Consola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Vishali(192524313)</a:t>
            </a:r>
          </a:p>
          <a:p>
            <a:pPr>
              <a:defRPr sz="1900">
                <a:solidFill>
                  <a:srgbClr val="232A30"/>
                </a:solidFill>
                <a:latin typeface="Consola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Ashira Bridget Susan S (192524316)</a:t>
            </a:r>
          </a:p>
          <a:p>
            <a:pPr>
              <a:defRPr sz="1900">
                <a:solidFill>
                  <a:srgbClr val="232A30"/>
                </a:solidFill>
                <a:latin typeface="Consola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Lasyasree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(192511140)</a:t>
            </a:r>
          </a:p>
          <a:p>
            <a:pPr>
              <a:defRPr sz="1900">
                <a:solidFill>
                  <a:srgbClr val="232A30"/>
                </a:solidFill>
                <a:latin typeface="Consolas"/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232A30"/>
                </a:solidFill>
                <a:latin typeface="Consolas"/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232A30"/>
                </a:solidFill>
                <a:latin typeface="Consolas"/>
              </a:defRPr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A88547-54AB-E968-9CFD-4D6952FCF75B}"/>
              </a:ext>
            </a:extLst>
          </p:cNvPr>
          <p:cNvSpPr txBox="1"/>
          <p:nvPr/>
        </p:nvSpPr>
        <p:spPr>
          <a:xfrm>
            <a:off x="2413615" y="1192879"/>
            <a:ext cx="75111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SIMATS ENGINEERING</a:t>
            </a:r>
            <a:br>
              <a:rPr lang="en-US" sz="2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Saveetha Institute of Medical and Technical  Sciences</a:t>
            </a:r>
            <a:br>
              <a:rPr lang="en-US" sz="2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Chennai-602105 </a:t>
            </a:r>
            <a:br>
              <a:rPr lang="en-US" sz="2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en-IN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167F2B-C164-0210-72DB-283E584C9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171" y="946740"/>
            <a:ext cx="1530171" cy="15301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C116D6-11A3-5C09-B2AD-95C9137F55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7848"/>
          <a:stretch>
            <a:fillRect/>
          </a:stretch>
        </p:blipFill>
        <p:spPr>
          <a:xfrm>
            <a:off x="411658" y="946740"/>
            <a:ext cx="1331090" cy="16254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9BFDFC6-4B6B-49A4-C720-A1198321944E}"/>
              </a:ext>
            </a:extLst>
          </p:cNvPr>
          <p:cNvSpPr txBox="1"/>
          <p:nvPr/>
        </p:nvSpPr>
        <p:spPr>
          <a:xfrm>
            <a:off x="3597309" y="2760866"/>
            <a:ext cx="53270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CSA0403 – Operating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AF60D-EB23-6FAF-2D10-ABC0DC89401E}"/>
              </a:ext>
            </a:extLst>
          </p:cNvPr>
          <p:cNvSpPr txBox="1"/>
          <p:nvPr/>
        </p:nvSpPr>
        <p:spPr>
          <a:xfrm>
            <a:off x="517490" y="5315578"/>
            <a:ext cx="3835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 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CHARLYN PUSHPA LATHA 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9EB03D-DB3A-879D-2783-5E2CA30C4BD2}"/>
              </a:ext>
            </a:extLst>
          </p:cNvPr>
          <p:cNvSpPr txBox="1"/>
          <p:nvPr/>
        </p:nvSpPr>
        <p:spPr>
          <a:xfrm>
            <a:off x="703385" y="783771"/>
            <a:ext cx="10872316" cy="5538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different file systems. 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file systems to be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mounted and unmounted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track of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 points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the file system for a given path. 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if a file system 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unmounting. 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errors during mount and unmount operations.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basic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file-system management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operating system. 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BBDEBD3-A3BD-345E-90EB-0DC778772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67367-D892-453A-97CB-986441043183}"/>
              </a:ext>
            </a:extLst>
          </p:cNvPr>
          <p:cNvSpPr txBox="1"/>
          <p:nvPr/>
        </p:nvSpPr>
        <p:spPr>
          <a:xfrm>
            <a:off x="1145512" y="622998"/>
            <a:ext cx="97368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</p:spTree>
    <p:extLst>
      <p:ext uri="{BB962C8B-B14F-4D97-AF65-F5344CB8AC3E}">
        <p14:creationId xmlns:p14="http://schemas.microsoft.com/office/powerpoint/2010/main" val="3949179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1. Problem &amp; Real-World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886" y="914400"/>
            <a:ext cx="11153168" cy="5500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many file systems manually can be difficult.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needs to know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file system is mounted at which location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allow users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 and unmount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systems safely.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must identify the correct file system when a file path is given.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file system should not be unmounted when it 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busy or in use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handle errors such as invalid mount points or duplicate mounts. </a:t>
            </a:r>
          </a:p>
          <a:p>
            <a:pPr marL="342900" indent="-34290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A3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example: SSD partitions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A3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drives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A3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file systems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A3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backup disks.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4800600"/>
            <a:ext cx="4389120" cy="1143000"/>
          </a:xfrm>
          <a:prstGeom prst="roundRect">
            <a:avLst/>
          </a:prstGeom>
          <a:solidFill>
            <a:srgbClr val="EEF4F9"/>
          </a:solidFill>
          <a:ln>
            <a:solidFill>
              <a:srgbClr val="3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22592" y="4910328"/>
            <a:ext cx="4059935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0"/>
                </a:solidFill>
                <a:latin typeface="Consolas"/>
              </a:defRPr>
            </a:pPr>
            <a:r>
              <a:rPr dirty="0"/>
              <a:t>/dev/sda1  →  /</a:t>
            </a:r>
            <a:br>
              <a:rPr dirty="0"/>
            </a:br>
            <a:r>
              <a:rPr dirty="0"/>
              <a:t>/dev/sda2  →  /home</a:t>
            </a:r>
            <a:br>
              <a:rPr dirty="0"/>
            </a:br>
            <a:r>
              <a:rPr dirty="0"/>
              <a:t>/dev/sdb1  →  /backup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2. Objectives &amp;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9061101" cy="4146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900" b="0">
                <a:solidFill>
                  <a:srgbClr val="232A3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that can manage and organize multiple file systems efficiently.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simple way to mount and unmount file systems at different mount points.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correct file system when a user accesses a particular file path.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whether a file system is currently in use before allowing it to be unmounted. </a:t>
            </a:r>
          </a:p>
          <a:p>
            <a:pPr lvl="1">
              <a:lnSpc>
                <a:spcPct val="150000"/>
              </a:lnSpc>
              <a:spcAft>
                <a:spcPts val="500"/>
              </a:spcAft>
              <a:defRPr sz="1700">
                <a:solidFill>
                  <a:srgbClr val="232A3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defRPr sz="1900" b="0">
                <a:solidFill>
                  <a:srgbClr val="232A3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/ Outputs</a:t>
            </a:r>
          </a:p>
          <a:p>
            <a:pPr lvl="1">
              <a:lnSpc>
                <a:spcPct val="150000"/>
              </a:lnSpc>
              <a:spcAft>
                <a:spcPts val="500"/>
              </a:spcAft>
              <a:defRPr sz="1700">
                <a:solidFill>
                  <a:srgbClr val="232A3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 file-system name, mount point, file path, command.</a:t>
            </a:r>
          </a:p>
          <a:p>
            <a:pPr lvl="1">
              <a:lnSpc>
                <a:spcPct val="150000"/>
              </a:lnSpc>
              <a:spcAft>
                <a:spcPts val="500"/>
              </a:spcAft>
              <a:defRPr sz="1700">
                <a:solidFill>
                  <a:srgbClr val="232A3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 success/error message, mounted FS, mount point, relative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3. OS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2194560" cy="530352"/>
          </a:xfrm>
          <a:prstGeom prst="round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File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133856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0"/>
                </a:solidFill>
              </a:defRPr>
            </a:pPr>
            <a:r>
              <a:t>Organizes files, directories, and metadata.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55648"/>
            <a:ext cx="2194560" cy="530352"/>
          </a:xfrm>
          <a:prstGeom prst="round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792224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0"/>
                </a:solidFill>
              </a:defRPr>
            </a:pPr>
            <a:r>
              <a:t>Attaches a file system to a directory.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14015"/>
            <a:ext cx="2194560" cy="530352"/>
          </a:xfrm>
          <a:prstGeom prst="round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50545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Unmount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450591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0"/>
                </a:solidFill>
              </a:defRPr>
            </a:pPr>
            <a:r>
              <a:t>Detaches a file system safely.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72383"/>
            <a:ext cx="2194560" cy="530352"/>
          </a:xfrm>
          <a:prstGeom prst="round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163823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Mount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108959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0"/>
                </a:solidFill>
              </a:defRPr>
            </a:pPr>
            <a:r>
              <a:t>Directory where another file system is attached.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30751"/>
            <a:ext cx="2194560" cy="530352"/>
          </a:xfrm>
          <a:prstGeom prst="round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822191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VFS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767327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0"/>
                </a:solidFill>
              </a:defRPr>
            </a:pPr>
            <a:r>
              <a:t>Common interface between applications and different file systems.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89119"/>
            <a:ext cx="2194560" cy="530352"/>
          </a:xfrm>
          <a:prstGeom prst="round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480559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Busy 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425695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0"/>
                </a:solidFill>
              </a:defRPr>
            </a:pPr>
            <a:r>
              <a:t>A file system with active references.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47487"/>
            <a:ext cx="2194560" cy="530352"/>
          </a:xfrm>
          <a:prstGeom prst="round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138927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Path 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084063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0"/>
                </a:solidFill>
              </a:defRPr>
            </a:pPr>
            <a:r>
              <a:t>Finds the correct mounted file system for a path.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143000"/>
            <a:ext cx="3017520" cy="594360"/>
          </a:xfrm>
          <a:prstGeom prst="round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45152" y="1216152"/>
            <a:ext cx="2871215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User / CLI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965960"/>
            <a:ext cx="3566160" cy="594360"/>
          </a:xfrm>
          <a:prstGeom prst="round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70832" y="2039112"/>
            <a:ext cx="3419856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Command Processor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788920"/>
            <a:ext cx="3566160" cy="594360"/>
          </a:xfrm>
          <a:prstGeom prst="round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70832" y="2862072"/>
            <a:ext cx="3419856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Mount 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657600"/>
            <a:ext cx="3566160" cy="594360"/>
          </a:xfrm>
          <a:prstGeom prst="round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70832" y="3730752"/>
            <a:ext cx="3419856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Mount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846320"/>
            <a:ext cx="2011680" cy="731520"/>
          </a:xfrm>
          <a:prstGeom prst="roundRect">
            <a:avLst/>
          </a:prstGeom>
          <a:solidFill>
            <a:srgbClr val="34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4919472"/>
            <a:ext cx="1865376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FS1</a:t>
            </a:r>
            <a:br/>
            <a:r>
              <a:t>/home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4846320"/>
            <a:ext cx="2011680" cy="731520"/>
          </a:xfrm>
          <a:prstGeom prst="roundRect">
            <a:avLst/>
          </a:prstGeom>
          <a:solidFill>
            <a:srgbClr val="34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48072" y="4919472"/>
            <a:ext cx="1865376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FS2</a:t>
            </a:r>
            <a:br/>
            <a:r>
              <a:t>/data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4846320"/>
            <a:ext cx="2011680" cy="731520"/>
          </a:xfrm>
          <a:prstGeom prst="roundRect">
            <a:avLst/>
          </a:prstGeom>
          <a:solidFill>
            <a:srgbClr val="34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25712" y="4919472"/>
            <a:ext cx="1865376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FS3</a:t>
            </a:r>
            <a:br/>
            <a:r>
              <a:t>/backup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1737360"/>
            <a:ext cx="0" cy="228600"/>
          </a:xfrm>
          <a:prstGeom prst="line">
            <a:avLst/>
          </a:prstGeom>
          <a:ln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2560320"/>
            <a:ext cx="0" cy="228600"/>
          </a:xfrm>
          <a:prstGeom prst="line">
            <a:avLst/>
          </a:prstGeom>
          <a:ln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3383280"/>
            <a:ext cx="0" cy="274320"/>
          </a:xfrm>
          <a:prstGeom prst="line">
            <a:avLst/>
          </a:prstGeom>
          <a:ln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103120" y="4251960"/>
            <a:ext cx="3383280" cy="594360"/>
          </a:xfrm>
          <a:prstGeom prst="line">
            <a:avLst/>
          </a:prstGeom>
          <a:ln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0760" y="4251960"/>
            <a:ext cx="0" cy="594360"/>
          </a:xfrm>
          <a:prstGeom prst="line">
            <a:avLst/>
          </a:prstGeom>
          <a:ln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75120" y="4251960"/>
            <a:ext cx="3383280" cy="594360"/>
          </a:xfrm>
          <a:prstGeom prst="line">
            <a:avLst/>
          </a:prstGeom>
          <a:ln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394A1-EEA1-8369-A9BE-C27247BF6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5E65B1-C4B2-68FC-96D7-F20AAA52987D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BBA6F-DAB5-7C08-3CAF-13D078BA008E}"/>
              </a:ext>
            </a:extLst>
          </p:cNvPr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5. Algorithm &amp; Data Structures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45CB9E5-C7DB-E3EA-7F22-6B566EA2081D}"/>
              </a:ext>
            </a:extLst>
          </p:cNvPr>
          <p:cNvSpPr/>
          <p:nvPr/>
        </p:nvSpPr>
        <p:spPr>
          <a:xfrm>
            <a:off x="640080" y="1143000"/>
            <a:ext cx="5486400" cy="4526280"/>
          </a:xfrm>
          <a:prstGeom prst="roundRect">
            <a:avLst/>
          </a:prstGeom>
          <a:solidFill>
            <a:srgbClr val="EEF4F9"/>
          </a:solidFill>
          <a:ln>
            <a:solidFill>
              <a:srgbClr val="3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410E5-E25B-5C40-F558-0A1745A3F73A}"/>
              </a:ext>
            </a:extLst>
          </p:cNvPr>
          <p:cNvSpPr txBox="1"/>
          <p:nvPr/>
        </p:nvSpPr>
        <p:spPr>
          <a:xfrm>
            <a:off x="804671" y="1252728"/>
            <a:ext cx="515721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0"/>
                </a:solidFill>
                <a:latin typeface="Consolas"/>
              </a:defRPr>
            </a:pPr>
            <a:r>
              <a:t>MOUNT</a:t>
            </a:r>
            <a:br/>
            <a:r>
              <a:t>1. Read FS and mount point</a:t>
            </a:r>
            <a:br/>
            <a:r>
              <a:t>2. Validate input</a:t>
            </a:r>
            <a:br/>
            <a:r>
              <a:t>3. Check duplicate mount point</a:t>
            </a:r>
            <a:br/>
            <a:r>
              <a:t>4. Create mount-table entry</a:t>
            </a:r>
            <a:br/>
            <a:r>
              <a:t>5. Set active_refs = 0</a:t>
            </a:r>
            <a:br/>
            <a:r>
              <a:t>6. Add entry</a:t>
            </a:r>
            <a:br/>
            <a:br/>
            <a:r>
              <a:t>UNMOUNT</a:t>
            </a:r>
            <a:br/>
            <a:r>
              <a:t>1. Find mount point</a:t>
            </a:r>
            <a:br/>
            <a:r>
              <a:t>2. Check active_refs</a:t>
            </a:r>
            <a:br/>
            <a:r>
              <a:t>3. If refs &gt; 0 → BUSY ERROR</a:t>
            </a:r>
            <a:br/>
            <a:r>
              <a:t>4. Else remove entry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1FC27E7-4102-EF58-09B1-D5E96B3429F6}"/>
              </a:ext>
            </a:extLst>
          </p:cNvPr>
          <p:cNvSpPr/>
          <p:nvPr/>
        </p:nvSpPr>
        <p:spPr>
          <a:xfrm>
            <a:off x="6537960" y="1417320"/>
            <a:ext cx="4892040" cy="2514600"/>
          </a:xfrm>
          <a:prstGeom prst="roundRect">
            <a:avLst/>
          </a:prstGeom>
          <a:solidFill>
            <a:srgbClr val="EEF4F9"/>
          </a:solidFill>
          <a:ln>
            <a:solidFill>
              <a:srgbClr val="3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1F054-9929-9179-F6BE-FC2B5A7ED392}"/>
              </a:ext>
            </a:extLst>
          </p:cNvPr>
          <p:cNvSpPr txBox="1"/>
          <p:nvPr/>
        </p:nvSpPr>
        <p:spPr>
          <a:xfrm>
            <a:off x="6702552" y="1527048"/>
            <a:ext cx="4562855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0"/>
                </a:solidFill>
                <a:latin typeface="Consolas"/>
              </a:defRPr>
            </a:pPr>
            <a:r>
              <a:t>struct MountEntry {</a:t>
            </a:r>
            <a:br/>
            <a:r>
              <a:t>    char fs_name[64];</a:t>
            </a:r>
            <a:br/>
            <a:r>
              <a:t>    char mount_point[256];</a:t>
            </a:r>
            <a:br/>
            <a:r>
              <a:t>    int active_refs;</a:t>
            </a:r>
            <a:br/>
            <a:r>
              <a:t>    int mounted;</a:t>
            </a:r>
            <a:br/>
            <a:r>
              <a:t>};</a:t>
            </a:r>
            <a:br/>
            <a:br/>
            <a:r>
              <a:t>MountEntry table[MAX_FS];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482E6A-6AE5-0AAA-5115-D2020AE63D54}"/>
              </a:ext>
            </a:extLst>
          </p:cNvPr>
          <p:cNvSpPr txBox="1"/>
          <p:nvPr/>
        </p:nvSpPr>
        <p:spPr>
          <a:xfrm>
            <a:off x="6629400" y="41605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A30"/>
                </a:solidFill>
              </a:defRPr>
            </a:pPr>
            <a:r>
              <a:t>Key functions:</a:t>
            </a:r>
          </a:p>
          <a:p>
            <a:pPr>
              <a:spcAft>
                <a:spcPts val="1000"/>
              </a:spcAft>
              <a:defRPr sz="1700" b="0">
                <a:solidFill>
                  <a:srgbClr val="232A30"/>
                </a:solidFill>
              </a:defRPr>
            </a:pPr>
            <a:r>
              <a:t>mount_fs()</a:t>
            </a:r>
          </a:p>
          <a:p>
            <a:pPr>
              <a:spcAft>
                <a:spcPts val="1000"/>
              </a:spcAft>
              <a:defRPr sz="1700" b="0">
                <a:solidFill>
                  <a:srgbClr val="232A30"/>
                </a:solidFill>
              </a:defRPr>
            </a:pPr>
            <a:r>
              <a:t>unmount_fs()</a:t>
            </a:r>
          </a:p>
          <a:p>
            <a:pPr>
              <a:spcAft>
                <a:spcPts val="1000"/>
              </a:spcAft>
              <a:defRPr sz="1700" b="0">
                <a:solidFill>
                  <a:srgbClr val="232A30"/>
                </a:solidFill>
              </a:defRPr>
            </a:pPr>
            <a:r>
              <a:t>resolve_path()</a:t>
            </a:r>
          </a:p>
          <a:p>
            <a:pPr>
              <a:spcAft>
                <a:spcPts val="1000"/>
              </a:spcAft>
              <a:defRPr sz="1700" b="0">
                <a:solidFill>
                  <a:srgbClr val="232A30"/>
                </a:solidFill>
              </a:defRPr>
            </a:pPr>
            <a:r>
              <a:t>find_mount()</a:t>
            </a:r>
          </a:p>
          <a:p>
            <a:pPr>
              <a:spcAft>
                <a:spcPts val="1000"/>
              </a:spcAft>
              <a:defRPr sz="1700" b="0">
                <a:solidFill>
                  <a:srgbClr val="232A30"/>
                </a:solidFill>
              </a:defRPr>
            </a:pPr>
            <a:r>
              <a:t>add_reference() / remove_reference()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5C27C4-B7D7-8EA4-6663-CCC836A8D621}"/>
              </a:ext>
            </a:extLst>
          </p:cNvPr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64886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6. Implementation &amp; Sample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120640" cy="1600200"/>
          </a:xfrm>
          <a:prstGeom prst="roundRect">
            <a:avLst/>
          </a:prstGeom>
          <a:solidFill>
            <a:srgbClr val="EEF4F9"/>
          </a:solidFill>
          <a:ln>
            <a:solidFill>
              <a:srgbClr val="3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303520" cy="2331720"/>
          </a:xfrm>
          <a:prstGeom prst="roundRect">
            <a:avLst/>
          </a:prstGeom>
          <a:solidFill>
            <a:srgbClr val="EEF4F9"/>
          </a:solidFill>
          <a:ln>
            <a:solidFill>
              <a:srgbClr val="3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252728"/>
            <a:ext cx="4974336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Mounted FS1 at /home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Mounted FS2 at /data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System: FS2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 Point: /data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Path: /project/file.txt</a:t>
            </a:r>
          </a:p>
          <a:p>
            <a:pPr>
              <a:defRPr sz="1600">
                <a:solidFill>
                  <a:srgbClr val="232A30"/>
                </a:solidFill>
                <a:latin typeface="Consola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459523" y="3688950"/>
            <a:ext cx="5303520" cy="1600200"/>
          </a:xfrm>
          <a:prstGeom prst="roundRect">
            <a:avLst/>
          </a:prstGeom>
          <a:solidFill>
            <a:srgbClr val="EEF4F9"/>
          </a:solidFill>
          <a:ln>
            <a:solidFill>
              <a:srgbClr val="3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537398" y="3744505"/>
            <a:ext cx="3285811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Busy condition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unmount /data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File system is busy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references: 2</a:t>
            </a:r>
          </a:p>
          <a:p>
            <a:pPr>
              <a:defRPr sz="1600">
                <a:solidFill>
                  <a:srgbClr val="232A30"/>
                </a:solidFill>
                <a:latin typeface="Consola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92B557-460B-AC68-2FD4-1DE532FFDE6A}"/>
              </a:ext>
            </a:extLst>
          </p:cNvPr>
          <p:cNvSpPr txBox="1"/>
          <p:nvPr/>
        </p:nvSpPr>
        <p:spPr>
          <a:xfrm>
            <a:off x="987251" y="1238254"/>
            <a:ext cx="44187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Input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mount FS1 /home</a:t>
            </a:r>
          </a:p>
          <a:p>
            <a:pPr rtl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mount FS2 /data</a:t>
            </a:r>
          </a:p>
          <a:p>
            <a:pPr rtl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resolve /data/project/file.txt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7. Testing &amp; Error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2103120" cy="530352"/>
          </a:xfrm>
          <a:prstGeom prst="roundRect">
            <a:avLst/>
          </a:prstGeom>
          <a:solidFill>
            <a:srgbClr val="EEF4F9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1" y="1234440"/>
            <a:ext cx="1956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A30"/>
                </a:solidFill>
              </a:defRPr>
            </a:pPr>
            <a:r>
              <a:t>Normal mount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143000"/>
            <a:ext cx="4572000" cy="530352"/>
          </a:xfrm>
          <a:prstGeom prst="roundRect">
            <a:avLst/>
          </a:prstGeom>
          <a:solidFill>
            <a:srgbClr val="EEF4F9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53512" y="1234440"/>
            <a:ext cx="4425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32A30"/>
                </a:solidFill>
              </a:defRPr>
            </a:pPr>
            <a:r>
              <a:t>mount FS1 /home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143000"/>
            <a:ext cx="3566160" cy="530352"/>
          </a:xfrm>
          <a:prstGeom prst="roundRect">
            <a:avLst/>
          </a:prstGeom>
          <a:solidFill>
            <a:srgbClr val="34825A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08392" y="1234440"/>
            <a:ext cx="3419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Success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10512"/>
            <a:ext cx="2103120" cy="530352"/>
          </a:xfrm>
          <a:prstGeom prst="roundRect">
            <a:avLst/>
          </a:prstGeom>
          <a:solidFill>
            <a:srgbClr val="EEF4F9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1" y="1901952"/>
            <a:ext cx="1956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A30"/>
                </a:solidFill>
              </a:defRPr>
            </a:pPr>
            <a:r>
              <a:t>Duplicate 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810512"/>
            <a:ext cx="4572000" cy="530352"/>
          </a:xfrm>
          <a:prstGeom prst="roundRect">
            <a:avLst/>
          </a:prstGeom>
          <a:solidFill>
            <a:srgbClr val="EEF4F9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53512" y="1901952"/>
            <a:ext cx="4425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32A30"/>
                </a:solidFill>
              </a:defRPr>
            </a:pPr>
            <a:r>
              <a:t>mount FS2 /home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810512"/>
            <a:ext cx="3566160" cy="530352"/>
          </a:xfrm>
          <a:prstGeom prst="roundRect">
            <a:avLst/>
          </a:prstGeom>
          <a:solidFill>
            <a:srgbClr val="B43C3C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901952"/>
            <a:ext cx="3419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78024"/>
            <a:ext cx="2103120" cy="530352"/>
          </a:xfrm>
          <a:prstGeom prst="roundRect">
            <a:avLst/>
          </a:prstGeom>
          <a:solidFill>
            <a:srgbClr val="EEF4F9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1" y="2569464"/>
            <a:ext cx="1956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A30"/>
                </a:solidFill>
              </a:defRPr>
            </a:pPr>
            <a:r>
              <a:t>Normal unmount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360" y="2478024"/>
            <a:ext cx="4572000" cy="530352"/>
          </a:xfrm>
          <a:prstGeom prst="roundRect">
            <a:avLst/>
          </a:prstGeom>
          <a:solidFill>
            <a:srgbClr val="EEF4F9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53512" y="2569464"/>
            <a:ext cx="4425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32A30"/>
                </a:solidFill>
              </a:defRPr>
            </a:pPr>
            <a:r>
              <a:t>unmount /home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478024"/>
            <a:ext cx="3566160" cy="530352"/>
          </a:xfrm>
          <a:prstGeom prst="roundRect">
            <a:avLst/>
          </a:prstGeom>
          <a:solidFill>
            <a:srgbClr val="34825A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08392" y="2569464"/>
            <a:ext cx="3419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Success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145536"/>
            <a:ext cx="2103120" cy="530352"/>
          </a:xfrm>
          <a:prstGeom prst="roundRect">
            <a:avLst/>
          </a:prstGeom>
          <a:solidFill>
            <a:srgbClr val="EEF4F9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1" y="3236976"/>
            <a:ext cx="1956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A30"/>
                </a:solidFill>
              </a:defRPr>
            </a:pPr>
            <a:r>
              <a:t>Busy unmount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3145536"/>
            <a:ext cx="4572000" cy="530352"/>
          </a:xfrm>
          <a:prstGeom prst="roundRect">
            <a:avLst/>
          </a:prstGeom>
          <a:solidFill>
            <a:srgbClr val="EEF4F9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53512" y="3236976"/>
            <a:ext cx="4425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32A30"/>
                </a:solidFill>
              </a:defRPr>
            </a:pPr>
            <a:r>
              <a:t>refs = 2 → unmount /data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145536"/>
            <a:ext cx="3566160" cy="530352"/>
          </a:xfrm>
          <a:prstGeom prst="roundRect">
            <a:avLst/>
          </a:prstGeom>
          <a:solidFill>
            <a:srgbClr val="B43C3C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08392" y="3236976"/>
            <a:ext cx="3419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Rejected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813048"/>
            <a:ext cx="2103120" cy="530352"/>
          </a:xfrm>
          <a:prstGeom prst="roundRect">
            <a:avLst/>
          </a:prstGeom>
          <a:solidFill>
            <a:srgbClr val="EEF4F9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1" y="3904487"/>
            <a:ext cx="1956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A30"/>
                </a:solidFill>
              </a:defRPr>
            </a:pPr>
            <a:r>
              <a:t>Valid path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360" y="3813048"/>
            <a:ext cx="4572000" cy="530352"/>
          </a:xfrm>
          <a:prstGeom prst="roundRect">
            <a:avLst/>
          </a:prstGeom>
          <a:solidFill>
            <a:srgbClr val="EEF4F9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53512" y="3904487"/>
            <a:ext cx="4425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32A30"/>
                </a:solidFill>
              </a:defRPr>
            </a:pPr>
            <a:r>
              <a:t>/data/project/a.txt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3813048"/>
            <a:ext cx="3566160" cy="530352"/>
          </a:xfrm>
          <a:prstGeom prst="roundRect">
            <a:avLst/>
          </a:prstGeom>
          <a:solidFill>
            <a:srgbClr val="34825A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08392" y="3904487"/>
            <a:ext cx="3419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FS2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480560"/>
            <a:ext cx="2103120" cy="530352"/>
          </a:xfrm>
          <a:prstGeom prst="roundRect">
            <a:avLst/>
          </a:prstGeom>
          <a:solidFill>
            <a:srgbClr val="EEF4F9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1" y="4572000"/>
            <a:ext cx="1956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A30"/>
                </a:solidFill>
              </a:defRPr>
            </a:pPr>
            <a:r>
              <a:t>Invalid path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80360" y="4480560"/>
            <a:ext cx="4572000" cy="530352"/>
          </a:xfrm>
          <a:prstGeom prst="roundRect">
            <a:avLst/>
          </a:prstGeom>
          <a:solidFill>
            <a:srgbClr val="EEF4F9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53512" y="4572000"/>
            <a:ext cx="4425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32A30"/>
                </a:solidFill>
              </a:defRPr>
            </a:pPr>
            <a:r>
              <a:t>data/a.txt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4480560"/>
            <a:ext cx="3566160" cy="530352"/>
          </a:xfrm>
          <a:prstGeom prst="roundRect">
            <a:avLst/>
          </a:prstGeom>
          <a:solidFill>
            <a:srgbClr val="B43C3C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08392" y="4572000"/>
            <a:ext cx="3419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Error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148072"/>
            <a:ext cx="2103120" cy="530352"/>
          </a:xfrm>
          <a:prstGeom prst="roundRect">
            <a:avLst/>
          </a:prstGeom>
          <a:solidFill>
            <a:srgbClr val="EEF4F9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1" y="5239512"/>
            <a:ext cx="1956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A30"/>
                </a:solidFill>
              </a:defRPr>
            </a:pPr>
            <a:r>
              <a:t>Nested mount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80360" y="5148072"/>
            <a:ext cx="4572000" cy="530352"/>
          </a:xfrm>
          <a:prstGeom prst="roundRect">
            <a:avLst/>
          </a:prstGeom>
          <a:solidFill>
            <a:srgbClr val="EEF4F9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53512" y="5239512"/>
            <a:ext cx="4425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32A30"/>
                </a:solidFill>
              </a:defRPr>
            </a:pPr>
            <a:r>
              <a:t>/data/project/a.txt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35240" y="5148072"/>
            <a:ext cx="3566160" cy="530352"/>
          </a:xfrm>
          <a:prstGeom prst="roundRect">
            <a:avLst/>
          </a:prstGeom>
          <a:solidFill>
            <a:srgbClr val="34825A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08392" y="5239512"/>
            <a:ext cx="3419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Longest match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8. Complexity, Results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998" y="1228531"/>
            <a:ext cx="10631155" cy="5054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&amp; Performance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Mount: O(N) 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Unmount: O(N) 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Resolution: O(N) 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Space: O(N) </a:t>
            </a:r>
          </a:p>
          <a:p>
            <a:pPr>
              <a:lnSpc>
                <a:spcPct val="15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implementation 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memory usage 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maintain 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file systems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700" b="0">
                <a:solidFill>
                  <a:srgbClr val="232A3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843E14-B2C5-0825-515E-548AC8DF92B8}"/>
              </a:ext>
            </a:extLst>
          </p:cNvPr>
          <p:cNvSpPr txBox="1"/>
          <p:nvPr/>
        </p:nvSpPr>
        <p:spPr>
          <a:xfrm>
            <a:off x="542610" y="150726"/>
            <a:ext cx="10058400" cy="636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Linux/Unix systems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drives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file systems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 </a:t>
            </a:r>
          </a:p>
          <a:p>
            <a:pPr>
              <a:lnSpc>
                <a:spcPct val="150000"/>
              </a:lnSpc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Hash-table/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lookup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Thread-safe operations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Read-only mounts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 options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VFS/kernel integration </a:t>
            </a:r>
          </a:p>
          <a:p>
            <a:pPr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how an operating system manages and integrates multiple file systems into a single virtual directory structure.</a:t>
            </a:r>
          </a:p>
        </p:txBody>
      </p:sp>
    </p:spTree>
    <p:extLst>
      <p:ext uri="{BB962C8B-B14F-4D97-AF65-F5344CB8AC3E}">
        <p14:creationId xmlns:p14="http://schemas.microsoft.com/office/powerpoint/2010/main" val="2091733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839</Words>
  <Application>Microsoft Office PowerPoint</Application>
  <PresentationFormat>Widescreen</PresentationFormat>
  <Paragraphs>149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Paneesha Bheemu</cp:lastModifiedBy>
  <cp:revision>1</cp:revision>
  <dcterms:created xsi:type="dcterms:W3CDTF">2013-01-27T09:14:16Z</dcterms:created>
  <dcterms:modified xsi:type="dcterms:W3CDTF">2026-08-22T05:38:03Z</dcterms:modified>
  <cp:category/>
</cp:coreProperties>
</file>